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99" r:id="rId3"/>
    <p:sldId id="301" r:id="rId4"/>
    <p:sldId id="302" r:id="rId5"/>
    <p:sldId id="307" r:id="rId6"/>
    <p:sldId id="304" r:id="rId7"/>
    <p:sldId id="306" r:id="rId8"/>
    <p:sldId id="312" r:id="rId9"/>
    <p:sldId id="311" r:id="rId10"/>
    <p:sldId id="310" r:id="rId11"/>
    <p:sldId id="30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  <a:t>24-07-2026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AA8F0E-F904-0C29-7E58-1EA8317F934E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  <a:pPr/>
              <a:t>24-07-2026</a:t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  <a:pPr/>
              <a:t>24-07-2026</a:t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2800" dirty="0">
                <a:solidFill>
                  <a:srgbClr val="FF0000"/>
                </a:solidFill>
              </a:rPr>
              <a:t>EMBEDDED PROGRAMMING  </a:t>
            </a:r>
          </a:p>
          <a:p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26F17E-A98B-B6DC-057C-8546ECF7AE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49C6C6-75B3-A59D-487F-F67AC5CE7967}"/>
              </a:ext>
            </a:extLst>
          </p:cNvPr>
          <p:cNvSpPr txBox="1"/>
          <p:nvPr/>
        </p:nvSpPr>
        <p:spPr>
          <a:xfrm>
            <a:off x="1339024" y="3413623"/>
            <a:ext cx="112810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CHIRALNET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Wi‑Fi Coverage Analysis &amp; Optimization System</a:t>
            </a:r>
          </a:p>
          <a:p>
            <a:endParaRPr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E3F3CE-0A38-5B04-A5E0-FC851690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571" y="4415141"/>
            <a:ext cx="4437062" cy="843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alt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Muthupandi</a:t>
            </a: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147CFF-E830-BA67-DABF-02B8AF3A1693}"/>
              </a:ext>
            </a:extLst>
          </p:cNvPr>
          <p:cNvSpPr txBox="1">
            <a:spLocks/>
          </p:cNvSpPr>
          <p:nvPr/>
        </p:nvSpPr>
        <p:spPr>
          <a:xfrm>
            <a:off x="665974" y="4415141"/>
            <a:ext cx="4562669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Batch 15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Dakshan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24CS0165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Prince Piriyan    – 24CS0163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3C155FE-8E1F-5493-5BFD-9E9E1B54EE9F}"/>
              </a:ext>
            </a:extLst>
          </p:cNvPr>
          <p:cNvSpPr txBox="1">
            <a:spLocks/>
          </p:cNvSpPr>
          <p:nvPr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A21A-54F0-4716-29D9-ECF7E9A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BC16-1F6B-7190-668A-D7B311670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b="1" dirty="0" err="1"/>
              <a:t>ChiralNet</a:t>
            </a:r>
            <a:r>
              <a:rPr dirty="0"/>
              <a:t> is an IoT-based wireless network diagnostics system using </a:t>
            </a:r>
            <a:r>
              <a:rPr b="1" dirty="0"/>
              <a:t>multiple ESP32 nodes</a:t>
            </a:r>
            <a:r>
              <a:rPr dirty="0"/>
              <a:t> placed in different locations. The nodes collect Wi‑Fi metrics such as </a:t>
            </a:r>
            <a:r>
              <a:rPr b="1" dirty="0"/>
              <a:t>RSSI, latency, and channel information</a:t>
            </a:r>
            <a:r>
              <a:rPr dirty="0"/>
              <a:t>. Data is sent to a central dashboard for analysis, visualization, and optimization recommendations. The system helps identify dead zones and improve wireless coverage.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D0B-5AED-6801-2D16-ECDF811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F410-956F-797B-C0DC-A65953A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5E14-EA18-75E4-82E3-E9F711D0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11AE-698A-DA77-2583-697C35776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The project uses distributed ESP32 nodes connected through MQTT to monitor wireless network performance. A backend server processes the collected data and displays it on a dashboard. Features include dead-zone detection, heatmap generation, congestion analysis, and router placement recommendations.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164-9C7D-856D-0012-ACDBF3D9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2D70-72E1-C1D5-E61F-5BC43FE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23DE-006A-6D21-7A1B-81100D67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2811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2FBF-3C19-FADB-A0F2-4D2D31489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Aim: To develop a low-cost IoT-based platform for analyzing Wi‑Fi coverage and optimizing wireless performance.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Scope:</a:t>
            </a:r>
          </a:p>
          <a:p>
            <a:r>
              <a:rPr dirty="0"/>
              <a:t>Real-time Wi‑Fi monitoring</a:t>
            </a:r>
          </a:p>
          <a:p>
            <a:r>
              <a:rPr dirty="0"/>
              <a:t>Dead-zone detection</a:t>
            </a:r>
          </a:p>
          <a:p>
            <a:r>
              <a:rPr dirty="0"/>
              <a:t>Heatmap visualization</a:t>
            </a:r>
          </a:p>
          <a:p>
            <a:r>
              <a:rPr dirty="0"/>
              <a:t>Congestion analysis</a:t>
            </a:r>
          </a:p>
          <a:p>
            <a:r>
              <a:rPr dirty="0"/>
              <a:t>Router placement recommendations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0EA2-B122-4403-A7C4-12DC3296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FBCF-98C0-5B59-27EC-1F608198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863B-60A3-2731-1F9E-C6E06610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7493-AE78-1754-A1E9-BADB796D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A6B8DB-7ED9-C413-9DA5-17580C0A8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216007"/>
            <a:ext cx="7354078" cy="49027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B7A5A-88B5-2067-F107-09573EC5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9FE5E-6EFE-2950-5F24-F0F5D177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F20F-996C-75D3-233A-2CF65D06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76441C-8B22-99CA-11A6-3F25CE813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051"/>
          <a:stretch>
            <a:fillRect/>
          </a:stretch>
        </p:blipFill>
        <p:spPr>
          <a:xfrm>
            <a:off x="2347754" y="1382777"/>
            <a:ext cx="7496492" cy="44953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1946-9482-8F30-D61C-AD0D89B1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551A6-385B-4923-FAE3-BAA471D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4DF4-F332-7FCB-D182-25AAC29F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9F48-BC40-72EF-86DE-62F096D9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Week 1: ESP32 Setup and Wi‑Fi Monitoring</a:t>
            </a:r>
          </a:p>
          <a:p>
            <a:r>
              <a:rPr dirty="0"/>
              <a:t>Week 2: MQTT Communication and Data Collection</a:t>
            </a:r>
          </a:p>
          <a:p>
            <a:r>
              <a:rPr dirty="0"/>
              <a:t>Week 3: Dashboard Development</a:t>
            </a:r>
          </a:p>
          <a:p>
            <a:r>
              <a:rPr dirty="0"/>
              <a:t>Week 4: Heatmap and Analytics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B1074-C6B2-2A1D-7D78-3FADF2E8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BD213-BEC3-9A32-F49F-74DC7815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69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03A2-9CD8-D58C-8D68-963FC486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280A-02D2-4FD7-4F89-C79D38E2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A5F27-C19C-5A17-2D9B-69399106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74EF5-1815-E4DC-55C8-0E17F574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40801-31CB-9DCF-2E3F-1AA56A9B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" t="5325" r="2283" b="3304"/>
          <a:stretch>
            <a:fillRect/>
          </a:stretch>
        </p:blipFill>
        <p:spPr>
          <a:xfrm>
            <a:off x="2616038" y="1480080"/>
            <a:ext cx="6959923" cy="438798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9069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BFCE-960F-30C3-35A2-B587E3C5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B978-805B-0D15-C13A-0614587B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99733-75E2-28BA-E7B6-5F045A40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DB5D1-03D9-7809-6F07-C74C3974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24687-8A03-72D9-85EF-D17716AA3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" t="5324" r="816" b="5324"/>
          <a:stretch>
            <a:fillRect/>
          </a:stretch>
        </p:blipFill>
        <p:spPr>
          <a:xfrm>
            <a:off x="2359549" y="1339704"/>
            <a:ext cx="7472901" cy="454543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9422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4A42-68F0-0B4D-7423-4ED27989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2858-BD76-AF21-3680-F1F02329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C3FF-4797-764F-87F0-3934FFD7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DA250-CC4A-8A35-5E66-2AC46A82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F532BD-B852-6F98-0874-F235384E3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5" b="4348"/>
          <a:stretch>
            <a:fillRect/>
          </a:stretch>
        </p:blipFill>
        <p:spPr>
          <a:xfrm>
            <a:off x="2227359" y="1407382"/>
            <a:ext cx="7737282" cy="47066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97655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CCF3-3E53-76B9-8D7D-1F430F80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B3C6-A40C-789A-3D30-B578A233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2CED0-2A7C-C7EC-673B-CCC78773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sz="2200" b="1" dirty="0"/>
              <a:t>Adaptive Node Operation</a:t>
            </a:r>
          </a:p>
          <a:p>
            <a:pPr marL="0" indent="0">
              <a:buNone/>
            </a:pPr>
            <a:r>
              <a:rPr lang="en-IN" sz="2200" dirty="0"/>
              <a:t>	Dynamic switching between </a:t>
            </a:r>
            <a:r>
              <a:rPr lang="en-IN" sz="2200" b="1" dirty="0"/>
              <a:t>Monitoring Mode</a:t>
            </a:r>
            <a:r>
              <a:rPr lang="en-IN" sz="2200" dirty="0"/>
              <a:t> and </a:t>
            </a:r>
            <a:r>
              <a:rPr lang="en-IN" sz="2200" b="1" dirty="0"/>
              <a:t>Repeater Mode</a:t>
            </a:r>
            <a:r>
              <a:rPr lang="en-IN" sz="2200" dirty="0"/>
              <a:t> based on network conditions. </a:t>
            </a:r>
          </a:p>
          <a:p>
            <a:pPr marL="0" indent="0">
              <a:buNone/>
            </a:pPr>
            <a:endParaRPr lang="en-IN" sz="2200" dirty="0"/>
          </a:p>
          <a:p>
            <a:r>
              <a:rPr lang="en-IN" sz="2200" b="1" dirty="0"/>
              <a:t>Automatic Router Optimization</a:t>
            </a:r>
          </a:p>
          <a:p>
            <a:pPr marL="0" indent="0">
              <a:buNone/>
            </a:pPr>
            <a:r>
              <a:rPr lang="en-IN" sz="2200" dirty="0"/>
              <a:t>	Integration with router APIs for automatic Wi-Fi channel selection and optimization. </a:t>
            </a:r>
          </a:p>
          <a:p>
            <a:pPr marL="0" indent="0">
              <a:buNone/>
            </a:pPr>
            <a:endParaRPr lang="en-IN" sz="2200" dirty="0"/>
          </a:p>
          <a:p>
            <a:r>
              <a:rPr lang="en-IN" sz="2200" b="1" dirty="0"/>
              <a:t>AI-Based Root Cause Analysis</a:t>
            </a:r>
          </a:p>
          <a:p>
            <a:pPr marL="0" indent="0">
              <a:buNone/>
            </a:pPr>
            <a:r>
              <a:rPr lang="en-IN" sz="2200" dirty="0"/>
              <a:t>	Replace rule-based diagnosis with machine learning models for higher diagnostic accuracy. </a:t>
            </a:r>
          </a:p>
          <a:p>
            <a:endParaRPr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5BAF5-EAD7-9D8A-B20B-8F9DF63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24-07-2026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67C28-11DF-6CE7-6B4A-CC79FB64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6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315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 </vt:lpstr>
      <vt:lpstr>Project Description  </vt:lpstr>
      <vt:lpstr>Aim and Scope of the Proposed work </vt:lpstr>
      <vt:lpstr>System Architecture </vt:lpstr>
      <vt:lpstr>Hardware Component  </vt:lpstr>
      <vt:lpstr>Project Planning </vt:lpstr>
      <vt:lpstr>Circuit Design </vt:lpstr>
      <vt:lpstr>Physical Design </vt:lpstr>
      <vt:lpstr>Logical Design </vt:lpstr>
      <vt:lpstr>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Muthupandi G.</dc:creator>
  <cp:lastModifiedBy>DAKSHAN KUMAR</cp:lastModifiedBy>
  <cp:revision>76</cp:revision>
  <dcterms:created xsi:type="dcterms:W3CDTF">2024-07-31T06:42:35Z</dcterms:created>
  <dcterms:modified xsi:type="dcterms:W3CDTF">2026-07-24T15:52:06Z</dcterms:modified>
</cp:coreProperties>
</file>